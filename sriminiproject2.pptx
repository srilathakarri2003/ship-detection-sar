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73" r:id="rId1"/>
  </p:sldMasterIdLst>
  <p:notesMasterIdLst>
    <p:notesMasterId r:id="rId8"/>
  </p:notesMasterIdLst>
  <p:handoutMasterIdLst>
    <p:handoutMasterId r:id="rId9"/>
  </p:handoutMasterIdLst>
  <p:sldIdLst>
    <p:sldId id="322" r:id="rId2"/>
    <p:sldId id="310" r:id="rId3"/>
    <p:sldId id="312" r:id="rId4"/>
    <p:sldId id="285" r:id="rId5"/>
    <p:sldId id="288" r:id="rId6"/>
    <p:sldId id="29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R THANGAKUMAR J" initials="DT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32" autoAdjust="0"/>
    <p:restoredTop sz="94872" autoAdjust="0"/>
  </p:normalViewPr>
  <p:slideViewPr>
    <p:cSldViewPr snapToGrid="0">
      <p:cViewPr varScale="1">
        <p:scale>
          <a:sx n="80" d="100"/>
          <a:sy n="80" d="100"/>
        </p:scale>
        <p:origin x="48" y="5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20"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48821"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4855DE-1565-47AB-8B39-78992C08112F}" type="datetimeFigureOut">
              <a:rPr lang="en-IN" smtClean="0"/>
              <a:t>24-04-2025</a:t>
            </a:fld>
            <a:endParaRPr lang="en-IN"/>
          </a:p>
        </p:txBody>
      </p:sp>
      <p:sp>
        <p:nvSpPr>
          <p:cNvPr id="1048822"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1048823"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2D49E6-F9A9-4872-9285-2B59B4A8A566}"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4"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48815"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DEEDE8-E329-4D50-9EF7-2D0FC66E5658}" type="datetimeFigureOut">
              <a:rPr lang="en-IN" smtClean="0"/>
              <a:t>24-04-2025</a:t>
            </a:fld>
            <a:endParaRPr lang="en-IN"/>
          </a:p>
        </p:txBody>
      </p:sp>
      <p:sp>
        <p:nvSpPr>
          <p:cNvPr id="1048816"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1048817"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818"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1048819"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6EC4D6-0FD4-41A5-8DD4-80759096037E}" type="slidenum">
              <a:rPr lang="en-IN" smtClean="0"/>
              <a:t>‹#›</a:t>
            </a:fld>
            <a:endParaRPr lang="en-IN"/>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B3CCDC-78B1-45BE-B347-F2A762175FC2}" type="datetime1">
              <a:rPr lang="en-IN" smtClean="0"/>
              <a:t>24-04-2025</a:t>
            </a:fld>
            <a:endParaRPr lang="en-IN"/>
          </a:p>
        </p:txBody>
      </p:sp>
      <p:sp>
        <p:nvSpPr>
          <p:cNvPr id="5" name="Footer Placeholder 4"/>
          <p:cNvSpPr>
            <a:spLocks noGrp="1"/>
          </p:cNvSpPr>
          <p:nvPr>
            <p:ph type="ftr" sz="quarter" idx="11"/>
          </p:nvPr>
        </p:nvSpPr>
        <p:spPr/>
        <p:txBody>
          <a:bodyPr/>
          <a:lstStyle/>
          <a:p>
            <a:r>
              <a:rPr lang="en-US"/>
              <a:t>School of Computing Sciences                                      Research Progress Meet August 2020</a:t>
            </a:r>
            <a:endParaRPr lang="en-IN"/>
          </a:p>
        </p:txBody>
      </p:sp>
      <p:sp>
        <p:nvSpPr>
          <p:cNvPr id="6" name="Slide Number Placeholder 5"/>
          <p:cNvSpPr>
            <a:spLocks noGrp="1"/>
          </p:cNvSpPr>
          <p:nvPr>
            <p:ph type="sldNum" sz="quarter" idx="12"/>
          </p:nvPr>
        </p:nvSpPr>
        <p:spPr/>
        <p:txBody>
          <a:bodyPr/>
          <a:lstStyle/>
          <a:p>
            <a:fld id="{8BA4E876-1E2A-41C4-BFA0-7D60E841BEB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4190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EB897-C5A4-4AFA-8DAE-FFCA9FD69AD5}" type="datetime1">
              <a:rPr lang="en-IN" smtClean="0"/>
              <a:t>24-04-2025</a:t>
            </a:fld>
            <a:endParaRPr lang="en-IN"/>
          </a:p>
        </p:txBody>
      </p:sp>
      <p:sp>
        <p:nvSpPr>
          <p:cNvPr id="5" name="Footer Placeholder 4"/>
          <p:cNvSpPr>
            <a:spLocks noGrp="1"/>
          </p:cNvSpPr>
          <p:nvPr>
            <p:ph type="ftr" sz="quarter" idx="11"/>
          </p:nvPr>
        </p:nvSpPr>
        <p:spPr/>
        <p:txBody>
          <a:bodyPr/>
          <a:lstStyle/>
          <a:p>
            <a:r>
              <a:rPr lang="en-US"/>
              <a:t>School of Computing Sciences                                      Research Progress Meet August 2020</a:t>
            </a:r>
            <a:endParaRPr lang="en-IN"/>
          </a:p>
        </p:txBody>
      </p:sp>
      <p:sp>
        <p:nvSpPr>
          <p:cNvPr id="6" name="Slide Number Placeholder 5"/>
          <p:cNvSpPr>
            <a:spLocks noGrp="1"/>
          </p:cNvSpPr>
          <p:nvPr>
            <p:ph type="sldNum" sz="quarter" idx="12"/>
          </p:nvPr>
        </p:nvSpPr>
        <p:spPr/>
        <p:txBody>
          <a:bodyPr/>
          <a:lstStyle/>
          <a:p>
            <a:fld id="{8BA4E876-1E2A-41C4-BFA0-7D60E841BEBF}" type="slidenum">
              <a:rPr lang="en-IN" smtClean="0"/>
              <a:t>‹#›</a:t>
            </a:fld>
            <a:endParaRPr lang="en-IN"/>
          </a:p>
        </p:txBody>
      </p:sp>
    </p:spTree>
    <p:extLst>
      <p:ext uri="{BB962C8B-B14F-4D97-AF65-F5344CB8AC3E}">
        <p14:creationId xmlns:p14="http://schemas.microsoft.com/office/powerpoint/2010/main" val="2485022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F6C221-C699-4D21-BC1A-9062CBF38EB1}" type="datetime1">
              <a:rPr lang="en-IN" smtClean="0"/>
              <a:t>24-04-2025</a:t>
            </a:fld>
            <a:endParaRPr lang="en-IN"/>
          </a:p>
        </p:txBody>
      </p:sp>
      <p:sp>
        <p:nvSpPr>
          <p:cNvPr id="5" name="Footer Placeholder 4"/>
          <p:cNvSpPr>
            <a:spLocks noGrp="1"/>
          </p:cNvSpPr>
          <p:nvPr>
            <p:ph type="ftr" sz="quarter" idx="11"/>
          </p:nvPr>
        </p:nvSpPr>
        <p:spPr/>
        <p:txBody>
          <a:bodyPr/>
          <a:lstStyle/>
          <a:p>
            <a:r>
              <a:rPr lang="en-US"/>
              <a:t>School of Computing Sciences                                      Research Progress Meet August 2020</a:t>
            </a:r>
            <a:endParaRPr lang="en-IN"/>
          </a:p>
        </p:txBody>
      </p:sp>
      <p:sp>
        <p:nvSpPr>
          <p:cNvPr id="6" name="Slide Number Placeholder 5"/>
          <p:cNvSpPr>
            <a:spLocks noGrp="1"/>
          </p:cNvSpPr>
          <p:nvPr>
            <p:ph type="sldNum" sz="quarter" idx="12"/>
          </p:nvPr>
        </p:nvSpPr>
        <p:spPr/>
        <p:txBody>
          <a:bodyPr/>
          <a:lstStyle/>
          <a:p>
            <a:fld id="{8BA4E876-1E2A-41C4-BFA0-7D60E841BEB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855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B42309-D8E2-4E3A-8B83-2538F2CAE7BC}" type="datetime1">
              <a:rPr lang="en-IN" smtClean="0"/>
              <a:t>24-04-2025</a:t>
            </a:fld>
            <a:endParaRPr lang="en-IN"/>
          </a:p>
        </p:txBody>
      </p:sp>
      <p:sp>
        <p:nvSpPr>
          <p:cNvPr id="6" name="Footer Placeholder 5"/>
          <p:cNvSpPr>
            <a:spLocks noGrp="1"/>
          </p:cNvSpPr>
          <p:nvPr>
            <p:ph type="ftr" sz="quarter" idx="11"/>
          </p:nvPr>
        </p:nvSpPr>
        <p:spPr/>
        <p:txBody>
          <a:bodyPr/>
          <a:lstStyle/>
          <a:p>
            <a:r>
              <a:rPr lang="en-US"/>
              <a:t>School of Computing Sciences                                      Research Progress Meet August 2020</a:t>
            </a:r>
            <a:endParaRPr lang="en-IN"/>
          </a:p>
        </p:txBody>
      </p:sp>
      <p:sp>
        <p:nvSpPr>
          <p:cNvPr id="7" name="Slide Number Placeholder 6"/>
          <p:cNvSpPr>
            <a:spLocks noGrp="1"/>
          </p:cNvSpPr>
          <p:nvPr>
            <p:ph type="sldNum" sz="quarter" idx="12"/>
          </p:nvPr>
        </p:nvSpPr>
        <p:spPr/>
        <p:txBody>
          <a:bodyPr/>
          <a:lstStyle/>
          <a:p>
            <a:fld id="{8BA4E876-1E2A-41C4-BFA0-7D60E841BEBF}" type="slidenum">
              <a:rPr lang="en-IN" smtClean="0"/>
              <a:t>‹#›</a:t>
            </a:fld>
            <a:endParaRPr lang="en-IN"/>
          </a:p>
        </p:txBody>
      </p:sp>
    </p:spTree>
    <p:extLst>
      <p:ext uri="{BB962C8B-B14F-4D97-AF65-F5344CB8AC3E}">
        <p14:creationId xmlns:p14="http://schemas.microsoft.com/office/powerpoint/2010/main" val="934571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6BDA4F-4B68-4D1D-9E04-228E89853FC9}" type="datetime1">
              <a:rPr lang="en-IN" smtClean="0"/>
              <a:t>24-04-2025</a:t>
            </a:fld>
            <a:endParaRPr lang="en-IN"/>
          </a:p>
        </p:txBody>
      </p:sp>
      <p:sp>
        <p:nvSpPr>
          <p:cNvPr id="8" name="Footer Placeholder 7"/>
          <p:cNvSpPr>
            <a:spLocks noGrp="1"/>
          </p:cNvSpPr>
          <p:nvPr>
            <p:ph type="ftr" sz="quarter" idx="11"/>
          </p:nvPr>
        </p:nvSpPr>
        <p:spPr/>
        <p:txBody>
          <a:bodyPr/>
          <a:lstStyle/>
          <a:p>
            <a:r>
              <a:rPr lang="en-US"/>
              <a:t>School of Computing Sciences                                      Research Progress Meet August 2020</a:t>
            </a:r>
            <a:endParaRPr lang="en-IN"/>
          </a:p>
        </p:txBody>
      </p:sp>
      <p:sp>
        <p:nvSpPr>
          <p:cNvPr id="9" name="Slide Number Placeholder 8"/>
          <p:cNvSpPr>
            <a:spLocks noGrp="1"/>
          </p:cNvSpPr>
          <p:nvPr>
            <p:ph type="sldNum" sz="quarter" idx="12"/>
          </p:nvPr>
        </p:nvSpPr>
        <p:spPr/>
        <p:txBody>
          <a:bodyPr/>
          <a:lstStyle/>
          <a:p>
            <a:fld id="{8BA4E876-1E2A-41C4-BFA0-7D60E841BEBF}" type="slidenum">
              <a:rPr lang="en-IN" smtClean="0"/>
              <a:t>‹#›</a:t>
            </a:fld>
            <a:endParaRPr lang="en-IN"/>
          </a:p>
        </p:txBody>
      </p:sp>
    </p:spTree>
    <p:extLst>
      <p:ext uri="{BB962C8B-B14F-4D97-AF65-F5344CB8AC3E}">
        <p14:creationId xmlns:p14="http://schemas.microsoft.com/office/powerpoint/2010/main" val="1662385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16AD28-0B89-4C06-B652-97C1AC894658}" type="datetime1">
              <a:rPr lang="en-IN" smtClean="0"/>
              <a:t>24-04-2025</a:t>
            </a:fld>
            <a:endParaRPr lang="en-IN"/>
          </a:p>
        </p:txBody>
      </p:sp>
      <p:sp>
        <p:nvSpPr>
          <p:cNvPr id="4" name="Footer Placeholder 3"/>
          <p:cNvSpPr>
            <a:spLocks noGrp="1"/>
          </p:cNvSpPr>
          <p:nvPr>
            <p:ph type="ftr" sz="quarter" idx="11"/>
          </p:nvPr>
        </p:nvSpPr>
        <p:spPr/>
        <p:txBody>
          <a:bodyPr/>
          <a:lstStyle/>
          <a:p>
            <a:r>
              <a:rPr lang="en-US"/>
              <a:t>School of Computing Sciences                                      Research Progress Meet August 2020</a:t>
            </a:r>
            <a:endParaRPr lang="en-IN"/>
          </a:p>
        </p:txBody>
      </p:sp>
      <p:sp>
        <p:nvSpPr>
          <p:cNvPr id="5" name="Slide Number Placeholder 4"/>
          <p:cNvSpPr>
            <a:spLocks noGrp="1"/>
          </p:cNvSpPr>
          <p:nvPr>
            <p:ph type="sldNum" sz="quarter" idx="12"/>
          </p:nvPr>
        </p:nvSpPr>
        <p:spPr/>
        <p:txBody>
          <a:bodyPr/>
          <a:lstStyle/>
          <a:p>
            <a:fld id="{8BA4E876-1E2A-41C4-BFA0-7D60E841BEBF}" type="slidenum">
              <a:rPr lang="en-IN" smtClean="0"/>
              <a:t>‹#›</a:t>
            </a:fld>
            <a:endParaRPr lang="en-IN"/>
          </a:p>
        </p:txBody>
      </p:sp>
    </p:spTree>
    <p:extLst>
      <p:ext uri="{BB962C8B-B14F-4D97-AF65-F5344CB8AC3E}">
        <p14:creationId xmlns:p14="http://schemas.microsoft.com/office/powerpoint/2010/main" val="2877016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F4E76E2-EF56-42AF-B0A8-5F3402AF9832}" type="datetime1">
              <a:rPr lang="en-IN" smtClean="0"/>
              <a:t>24-04-2025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School of Computing Sciences                                      Research Progress Meet August 2020</a:t>
            </a:r>
            <a:endParaRPr lang="en-IN"/>
          </a:p>
        </p:txBody>
      </p:sp>
      <p:sp>
        <p:nvSpPr>
          <p:cNvPr id="9" name="Slide Number Placeholder 8"/>
          <p:cNvSpPr>
            <a:spLocks noGrp="1"/>
          </p:cNvSpPr>
          <p:nvPr>
            <p:ph type="sldNum" sz="quarter" idx="12"/>
          </p:nvPr>
        </p:nvSpPr>
        <p:spPr/>
        <p:txBody>
          <a:bodyPr/>
          <a:lstStyle/>
          <a:p>
            <a:fld id="{8BA4E876-1E2A-41C4-BFA0-7D60E841BEBF}" type="slidenum">
              <a:rPr lang="en-IN" smtClean="0"/>
              <a:t>‹#›</a:t>
            </a:fld>
            <a:endParaRPr lang="en-IN"/>
          </a:p>
        </p:txBody>
      </p:sp>
    </p:spTree>
    <p:extLst>
      <p:ext uri="{BB962C8B-B14F-4D97-AF65-F5344CB8AC3E}">
        <p14:creationId xmlns:p14="http://schemas.microsoft.com/office/powerpoint/2010/main" val="4107349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FB4EB1-CA95-4FA5-9D8D-2001BAB415F0}" type="datetime1">
              <a:rPr lang="en-IN" smtClean="0"/>
              <a:t>24-04-2025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School of Computing Sciences                                      Research Progress Meet August 2020</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BA4E876-1E2A-41C4-BFA0-7D60E841BEBF}" type="slidenum">
              <a:rPr lang="en-IN" smtClean="0"/>
              <a:t>‹#›</a:t>
            </a:fld>
            <a:endParaRPr lang="en-IN"/>
          </a:p>
        </p:txBody>
      </p:sp>
    </p:spTree>
    <p:extLst>
      <p:ext uri="{BB962C8B-B14F-4D97-AF65-F5344CB8AC3E}">
        <p14:creationId xmlns:p14="http://schemas.microsoft.com/office/powerpoint/2010/main" val="1198196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B7CDAE-9977-4577-AD9A-42C1625F8BAA}" type="datetime1">
              <a:rPr lang="en-IN" smtClean="0"/>
              <a:t>24-04-2025</a:t>
            </a:fld>
            <a:endParaRPr lang="en-IN"/>
          </a:p>
        </p:txBody>
      </p:sp>
      <p:sp>
        <p:nvSpPr>
          <p:cNvPr id="6" name="Footer Placeholder 5"/>
          <p:cNvSpPr>
            <a:spLocks noGrp="1"/>
          </p:cNvSpPr>
          <p:nvPr>
            <p:ph type="ftr" sz="quarter" idx="11"/>
          </p:nvPr>
        </p:nvSpPr>
        <p:spPr/>
        <p:txBody>
          <a:bodyPr/>
          <a:lstStyle/>
          <a:p>
            <a:r>
              <a:rPr lang="en-US"/>
              <a:t>School of Computing Sciences                                      Research Progress Meet August 2020</a:t>
            </a:r>
            <a:endParaRPr lang="en-IN"/>
          </a:p>
        </p:txBody>
      </p:sp>
      <p:sp>
        <p:nvSpPr>
          <p:cNvPr id="7" name="Slide Number Placeholder 6"/>
          <p:cNvSpPr>
            <a:spLocks noGrp="1"/>
          </p:cNvSpPr>
          <p:nvPr>
            <p:ph type="sldNum" sz="quarter" idx="12"/>
          </p:nvPr>
        </p:nvSpPr>
        <p:spPr/>
        <p:txBody>
          <a:bodyPr/>
          <a:lstStyle/>
          <a:p>
            <a:fld id="{8BA4E876-1E2A-41C4-BFA0-7D60E841BEBF}" type="slidenum">
              <a:rPr lang="en-IN" smtClean="0"/>
              <a:t>‹#›</a:t>
            </a:fld>
            <a:endParaRPr lang="en-IN"/>
          </a:p>
        </p:txBody>
      </p:sp>
    </p:spTree>
    <p:extLst>
      <p:ext uri="{BB962C8B-B14F-4D97-AF65-F5344CB8AC3E}">
        <p14:creationId xmlns:p14="http://schemas.microsoft.com/office/powerpoint/2010/main" val="2045642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DA34C9-36A8-496B-A25F-C15F1DD21C03}" type="datetime1">
              <a:rPr lang="en-IN" smtClean="0"/>
              <a:t>24-04-2025</a:t>
            </a:fld>
            <a:endParaRPr lang="en-IN"/>
          </a:p>
        </p:txBody>
      </p:sp>
      <p:sp>
        <p:nvSpPr>
          <p:cNvPr id="5" name="Footer Placeholder 4"/>
          <p:cNvSpPr>
            <a:spLocks noGrp="1"/>
          </p:cNvSpPr>
          <p:nvPr>
            <p:ph type="ftr" sz="quarter" idx="11"/>
          </p:nvPr>
        </p:nvSpPr>
        <p:spPr/>
        <p:txBody>
          <a:bodyPr/>
          <a:lstStyle/>
          <a:p>
            <a:r>
              <a:rPr lang="en-US"/>
              <a:t>School of Computing Sciences                                      Research Progress Meet August 2020</a:t>
            </a:r>
            <a:endParaRPr lang="en-IN"/>
          </a:p>
        </p:txBody>
      </p:sp>
      <p:sp>
        <p:nvSpPr>
          <p:cNvPr id="6" name="Slide Number Placeholder 5"/>
          <p:cNvSpPr>
            <a:spLocks noGrp="1"/>
          </p:cNvSpPr>
          <p:nvPr>
            <p:ph type="sldNum" sz="quarter" idx="12"/>
          </p:nvPr>
        </p:nvSpPr>
        <p:spPr/>
        <p:txBody>
          <a:bodyPr/>
          <a:lstStyle/>
          <a:p>
            <a:fld id="{8BA4E876-1E2A-41C4-BFA0-7D60E841BEBF}" type="slidenum">
              <a:rPr lang="en-IN" smtClean="0"/>
              <a:t>‹#›</a:t>
            </a:fld>
            <a:endParaRPr lang="en-IN"/>
          </a:p>
        </p:txBody>
      </p:sp>
    </p:spTree>
    <p:extLst>
      <p:ext uri="{BB962C8B-B14F-4D97-AF65-F5344CB8AC3E}">
        <p14:creationId xmlns:p14="http://schemas.microsoft.com/office/powerpoint/2010/main" val="2336245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48B36B-61CE-4F6A-AE52-25118BAA3347}" type="datetime1">
              <a:rPr lang="en-IN" smtClean="0"/>
              <a:t>24-04-2025</a:t>
            </a:fld>
            <a:endParaRPr lang="en-IN"/>
          </a:p>
        </p:txBody>
      </p:sp>
      <p:sp>
        <p:nvSpPr>
          <p:cNvPr id="5" name="Footer Placeholder 4"/>
          <p:cNvSpPr>
            <a:spLocks noGrp="1"/>
          </p:cNvSpPr>
          <p:nvPr>
            <p:ph type="ftr" sz="quarter" idx="11"/>
          </p:nvPr>
        </p:nvSpPr>
        <p:spPr/>
        <p:txBody>
          <a:bodyPr/>
          <a:lstStyle/>
          <a:p>
            <a:r>
              <a:rPr lang="en-US"/>
              <a:t>School of Computing Sciences                                      Research Progress Meet August 2020</a:t>
            </a:r>
            <a:endParaRPr lang="en-IN"/>
          </a:p>
        </p:txBody>
      </p:sp>
      <p:sp>
        <p:nvSpPr>
          <p:cNvPr id="6" name="Slide Number Placeholder 5"/>
          <p:cNvSpPr>
            <a:spLocks noGrp="1"/>
          </p:cNvSpPr>
          <p:nvPr>
            <p:ph type="sldNum" sz="quarter" idx="12"/>
          </p:nvPr>
        </p:nvSpPr>
        <p:spPr/>
        <p:txBody>
          <a:bodyPr/>
          <a:lstStyle/>
          <a:p>
            <a:fld id="{8BA4E876-1E2A-41C4-BFA0-7D60E841BEBF}" type="slidenum">
              <a:rPr lang="en-IN" smtClean="0"/>
              <a:t>‹#›</a:t>
            </a:fld>
            <a:endParaRPr lang="en-IN"/>
          </a:p>
        </p:txBody>
      </p:sp>
    </p:spTree>
    <p:extLst>
      <p:ext uri="{BB962C8B-B14F-4D97-AF65-F5344CB8AC3E}">
        <p14:creationId xmlns:p14="http://schemas.microsoft.com/office/powerpoint/2010/main" val="142071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48593" name="Title 1"/>
          <p:cNvSpPr>
            <a:spLocks noGrp="1"/>
          </p:cNvSpPr>
          <p:nvPr>
            <p:ph type="title"/>
          </p:nvPr>
        </p:nvSpPr>
        <p:spPr/>
        <p:txBody>
          <a:bodyPr/>
          <a:lstStyle/>
          <a:p>
            <a:r>
              <a:rPr lang="en-US"/>
              <a:t>Click to edit Master title style</a:t>
            </a:r>
            <a:endParaRPr lang="en-IN"/>
          </a:p>
        </p:txBody>
      </p:sp>
      <p:sp>
        <p:nvSpPr>
          <p:cNvPr id="1048594"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95" name="Date Placeholder 3"/>
          <p:cNvSpPr>
            <a:spLocks noGrp="1"/>
          </p:cNvSpPr>
          <p:nvPr>
            <p:ph type="dt" sz="half" idx="10"/>
          </p:nvPr>
        </p:nvSpPr>
        <p:spPr/>
        <p:txBody>
          <a:bodyPr/>
          <a:lstStyle/>
          <a:p>
            <a:fld id="{704EB897-C5A4-4AFA-8DAE-FFCA9FD69AD5}" type="datetime1">
              <a:rPr lang="en-IN" smtClean="0"/>
              <a:t>24-04-2025</a:t>
            </a:fld>
            <a:endParaRPr lang="en-IN"/>
          </a:p>
        </p:txBody>
      </p:sp>
      <p:sp>
        <p:nvSpPr>
          <p:cNvPr id="1048596" name="Footer Placeholder 4"/>
          <p:cNvSpPr>
            <a:spLocks noGrp="1"/>
          </p:cNvSpPr>
          <p:nvPr>
            <p:ph type="ftr" sz="quarter" idx="11"/>
          </p:nvPr>
        </p:nvSpPr>
        <p:spPr/>
        <p:txBody>
          <a:bodyPr/>
          <a:lstStyle/>
          <a:p>
            <a:r>
              <a:rPr lang="en-US"/>
              <a:t>School of Computing Sciences                                      Research Progress Meet August 2020</a:t>
            </a:r>
            <a:endParaRPr lang="en-IN"/>
          </a:p>
        </p:txBody>
      </p:sp>
      <p:sp>
        <p:nvSpPr>
          <p:cNvPr id="1048597" name="Slide Number Placeholder 5"/>
          <p:cNvSpPr>
            <a:spLocks noGrp="1"/>
          </p:cNvSpPr>
          <p:nvPr>
            <p:ph type="sldNum" sz="quarter" idx="12"/>
          </p:nvPr>
        </p:nvSpPr>
        <p:spPr/>
        <p:txBody>
          <a:bodyPr/>
          <a:lstStyle/>
          <a:p>
            <a:fld id="{8BA4E876-1E2A-41C4-BFA0-7D60E841BEBF}"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8FD7108-A3E6-46A4-9ABE-248AE5D00FC8}" type="datetime1">
              <a:rPr lang="en-IN" smtClean="0"/>
              <a:t>24-04-2025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School of Computing Sciences                                      Research Progress Meet August 2020</a:t>
            </a:r>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BA4E876-1E2A-41C4-BFA0-7D60E841BEBF}"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59719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51" r:id="rId12"/>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6F69-1B86-80E2-C65E-C3C6A89CCEEF}"/>
              </a:ext>
            </a:extLst>
          </p:cNvPr>
          <p:cNvSpPr>
            <a:spLocks noGrp="1"/>
          </p:cNvSpPr>
          <p:nvPr>
            <p:ph type="ctrTitle"/>
          </p:nvPr>
        </p:nvSpPr>
        <p:spPr>
          <a:xfrm>
            <a:off x="1100051" y="341991"/>
            <a:ext cx="9682804" cy="3725184"/>
          </a:xfrm>
        </p:spPr>
        <p:txBody>
          <a:bodyPr>
            <a:normAutofit/>
          </a:bodyPr>
          <a:lstStyle/>
          <a:p>
            <a:r>
              <a:rPr lang="en-US" sz="4400" dirty="0">
                <a:latin typeface="Times New Roman" panose="02020603050405020304" pitchFamily="18" charset="0"/>
                <a:ea typeface="Tahoma" panose="020B0604030504040204" pitchFamily="34" charset="0"/>
                <a:cs typeface="Times New Roman" panose="02020603050405020304" pitchFamily="18" charset="0"/>
              </a:rPr>
              <a:t>Detecting Ship from Satellite images Using                      </a:t>
            </a:r>
            <a:br>
              <a:rPr lang="en-US" sz="4400" dirty="0">
                <a:latin typeface="Times New Roman" panose="02020603050405020304" pitchFamily="18" charset="0"/>
                <a:ea typeface="Tahoma" panose="020B0604030504040204" pitchFamily="34" charset="0"/>
                <a:cs typeface="Times New Roman" panose="02020603050405020304" pitchFamily="18" charset="0"/>
              </a:rPr>
            </a:br>
            <a:r>
              <a:rPr lang="en-US" sz="4400" dirty="0">
                <a:latin typeface="Times New Roman" panose="02020603050405020304" pitchFamily="18" charset="0"/>
                <a:ea typeface="Tahoma" panose="020B0604030504040204" pitchFamily="34" charset="0"/>
                <a:cs typeface="Times New Roman" panose="02020603050405020304" pitchFamily="18" charset="0"/>
              </a:rPr>
              <a:t>                         Deep Learning</a:t>
            </a:r>
            <a:br>
              <a:rPr lang="en-US" sz="5400" dirty="0">
                <a:latin typeface="Times New Roman" panose="02020603050405020304" pitchFamily="18" charset="0"/>
                <a:cs typeface="Times New Roman" panose="02020603050405020304" pitchFamily="18" charset="0"/>
              </a:rPr>
            </a:br>
            <a:endParaRPr lang="en-IN" sz="5400" dirty="0"/>
          </a:p>
        </p:txBody>
      </p:sp>
      <p:sp>
        <p:nvSpPr>
          <p:cNvPr id="3" name="Subtitle 2">
            <a:extLst>
              <a:ext uri="{FF2B5EF4-FFF2-40B4-BE49-F238E27FC236}">
                <a16:creationId xmlns:a16="http://schemas.microsoft.com/office/drawing/2014/main" id="{253B91B4-0B09-8721-26D6-55BA5C69F16C}"/>
              </a:ext>
            </a:extLst>
          </p:cNvPr>
          <p:cNvSpPr>
            <a:spLocks noGrp="1"/>
          </p:cNvSpPr>
          <p:nvPr>
            <p:ph type="subTitle" idx="1"/>
          </p:nvPr>
        </p:nvSpPr>
        <p:spPr/>
        <p:txBody>
          <a:bodyPr>
            <a:normAutofit fontScale="92500"/>
          </a:bodyPr>
          <a:lstStyle/>
          <a:p>
            <a:r>
              <a:rPr lang="en-US" b="1" dirty="0"/>
              <a:t>Team members </a:t>
            </a:r>
            <a:r>
              <a:rPr lang="en-US" dirty="0"/>
              <a:t>:                                                         </a:t>
            </a:r>
            <a:r>
              <a:rPr lang="en-US" b="1" dirty="0"/>
              <a:t>guide name</a:t>
            </a:r>
            <a:r>
              <a:rPr lang="en-US" dirty="0"/>
              <a:t>:                                                  </a:t>
            </a:r>
          </a:p>
          <a:p>
            <a:r>
              <a:rPr lang="en-US" dirty="0"/>
              <a:t> </a:t>
            </a:r>
            <a:r>
              <a:rPr lang="en-US" dirty="0" err="1"/>
              <a:t>k.srilatha</a:t>
            </a:r>
            <a:r>
              <a:rPr lang="en-US" dirty="0"/>
              <a:t>                                                               </a:t>
            </a:r>
            <a:r>
              <a:rPr lang="en-US" dirty="0" err="1"/>
              <a:t>dr.t.satish</a:t>
            </a:r>
            <a:r>
              <a:rPr lang="en-US" dirty="0"/>
              <a:t> </a:t>
            </a:r>
            <a:r>
              <a:rPr lang="en-US" dirty="0" err="1"/>
              <a:t>kumar</a:t>
            </a:r>
            <a:r>
              <a:rPr lang="en-US" dirty="0"/>
              <a:t>                            </a:t>
            </a:r>
            <a:endParaRPr lang="en-IN" dirty="0"/>
          </a:p>
        </p:txBody>
      </p:sp>
    </p:spTree>
    <p:extLst>
      <p:ext uri="{BB962C8B-B14F-4D97-AF65-F5344CB8AC3E}">
        <p14:creationId xmlns:p14="http://schemas.microsoft.com/office/powerpoint/2010/main" val="942001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9F3D-11A3-41AA-B48E-95FD1D23D258}"/>
              </a:ext>
            </a:extLst>
          </p:cNvPr>
          <p:cNvSpPr>
            <a:spLocks noGrp="1"/>
          </p:cNvSpPr>
          <p:nvPr>
            <p:ph type="title"/>
          </p:nvPr>
        </p:nvSpPr>
        <p:spPr/>
        <p:txBody>
          <a:bodyPr/>
          <a:lstStyle/>
          <a:p>
            <a:r>
              <a:rPr lang="en-IN" dirty="0"/>
              <a:t>Existing System</a:t>
            </a:r>
          </a:p>
        </p:txBody>
      </p:sp>
      <p:sp>
        <p:nvSpPr>
          <p:cNvPr id="3" name="Content Placeholder 2">
            <a:extLst>
              <a:ext uri="{FF2B5EF4-FFF2-40B4-BE49-F238E27FC236}">
                <a16:creationId xmlns:a16="http://schemas.microsoft.com/office/drawing/2014/main" id="{B42D35EC-19AC-44CD-BDA2-ACCF6CC9892D}"/>
              </a:ext>
            </a:extLst>
          </p:cNvPr>
          <p:cNvSpPr>
            <a:spLocks noGrp="1"/>
          </p:cNvSpPr>
          <p:nvPr>
            <p:ph idx="1"/>
          </p:nvPr>
        </p:nvSpPr>
        <p:spPr/>
        <p:txBody>
          <a:bodyPr>
            <a:normAutofit fontScale="92500"/>
          </a:bodyPr>
          <a:lstStyle/>
          <a:p>
            <a:pPr marL="457200" algn="just">
              <a:lnSpc>
                <a:spcPct val="150000"/>
              </a:lnSpc>
            </a:pP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First, the sea-land image is segmented using texture and shape data and extract the sea region as the selected area (ROI). The potential object location is then determined using an algorithm such as the contrast box technique or moderately hierarchical segmentation. Finally, after post-processing, erroneous boxes are filtered to obtain the final detection findings.</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pPr marL="457200" algn="just">
              <a:lnSpc>
                <a:spcPct val="150000"/>
              </a:lnSpc>
            </a:pP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 Two VGG genes are VGG-16 and VGG-19. VGG-16 has thirteen fully associated networks and three pooling layer, whereas VGG-19 has sixteen final fully connected and three pooling layer. In both architectures, washout and max-pooling methods, as well as </a:t>
            </a:r>
            <a:r>
              <a:rPr lang="en-US" sz="1800" dirty="0" err="1">
                <a:effectLst/>
                <a:latin typeface="Times New Roman" panose="02020603050405020304" pitchFamily="18" charset="0"/>
                <a:ea typeface="Times New Roman" panose="02020603050405020304" pitchFamily="18" charset="0"/>
                <a:cs typeface="Gautami" panose="020B0502040204020203" pitchFamily="34" charset="0"/>
              </a:rPr>
              <a:t>Relu</a:t>
            </a: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 algorithms, are applied.</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pPr marL="457200" algn="just">
              <a:lnSpc>
                <a:spcPct val="150000"/>
              </a:lnSpc>
              <a:spcAft>
                <a:spcPts val="1000"/>
              </a:spcAft>
            </a:pP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The k-Nearest Neighbor method is used. The results of the </a:t>
            </a:r>
            <a:r>
              <a:rPr lang="en-US" sz="1800" dirty="0" err="1">
                <a:effectLst/>
                <a:latin typeface="Times New Roman" panose="02020603050405020304" pitchFamily="18" charset="0"/>
                <a:ea typeface="Times New Roman" panose="02020603050405020304" pitchFamily="18" charset="0"/>
                <a:cs typeface="Gautami" panose="020B0502040204020203" pitchFamily="34" charset="0"/>
              </a:rPr>
              <a:t>kNN</a:t>
            </a: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 and the CNN SoftMax output are compared.</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endParaRPr lang="en-IN" dirty="0"/>
          </a:p>
        </p:txBody>
      </p:sp>
      <p:sp>
        <p:nvSpPr>
          <p:cNvPr id="4" name="Footer Placeholder 3">
            <a:extLst>
              <a:ext uri="{FF2B5EF4-FFF2-40B4-BE49-F238E27FC236}">
                <a16:creationId xmlns:a16="http://schemas.microsoft.com/office/drawing/2014/main" id="{53B3D06A-6B96-4AF3-BCC4-02FAC6D01967}"/>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935294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CA2ED-0422-4762-B83D-DB96E627AFA1}"/>
              </a:ext>
            </a:extLst>
          </p:cNvPr>
          <p:cNvSpPr>
            <a:spLocks noGrp="1"/>
          </p:cNvSpPr>
          <p:nvPr>
            <p:ph type="title"/>
          </p:nvPr>
        </p:nvSpPr>
        <p:spPr/>
        <p:txBody>
          <a:bodyPr/>
          <a:lstStyle/>
          <a:p>
            <a:r>
              <a:rPr lang="en-IN" dirty="0"/>
              <a:t>PROPOSED SYSTEM</a:t>
            </a:r>
          </a:p>
        </p:txBody>
      </p:sp>
      <p:sp>
        <p:nvSpPr>
          <p:cNvPr id="3" name="Content Placeholder 2">
            <a:extLst>
              <a:ext uri="{FF2B5EF4-FFF2-40B4-BE49-F238E27FC236}">
                <a16:creationId xmlns:a16="http://schemas.microsoft.com/office/drawing/2014/main" id="{37C2A06B-FF94-4C98-A06B-3901F0F0A7E1}"/>
              </a:ext>
            </a:extLst>
          </p:cNvPr>
          <p:cNvSpPr>
            <a:spLocks noGrp="1"/>
          </p:cNvSpPr>
          <p:nvPr>
            <p:ph idx="1"/>
          </p:nvPr>
        </p:nvSpPr>
        <p:spPr/>
        <p:txBody>
          <a:bodyPr>
            <a:normAutofit/>
          </a:bodyPr>
          <a:lstStyle/>
          <a:p>
            <a:pPr algn="just">
              <a:lnSpc>
                <a:spcPct val="115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maritime surveillance, automatic ship detection of synthetic aperture radar (SAR) images is commonly utilized. SAR images have the ability to detect in all weather conditions and at all times of day. As a result, a variety of object detection algorithms have been presented, spanning from classical to deep learning techniques.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Seagoing boats are susceptible to current ship detecting technologies. In order to address these issues, this project proposes a unique multi-scale ship detection approach in SAR images based on a CNN network.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1600" b="0" i="0" dirty="0">
                <a:solidFill>
                  <a:srgbClr val="0D0D0D"/>
                </a:solidFill>
                <a:effectLst/>
                <a:latin typeface="Times New Roman" panose="02020603050405020304" pitchFamily="18" charset="0"/>
                <a:cs typeface="Times New Roman" panose="02020603050405020304" pitchFamily="18" charset="0"/>
              </a:rPr>
              <a:t>satellite image classification using Convolutional Neural Networks (CNNs) involves leveraging deep learning techniques to analyze and classify satellite images into predefined categories or classes. CNNs are well-suited for image classification tasks due to their ability to automatically learn hierarchical representations of visual features directly from pixel values.</a:t>
            </a:r>
            <a:endParaRPr lang="en-IN" sz="1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F614E7F-6B09-4777-AA1D-E102B25F86D8}"/>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3194159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9EF7A-E63C-43BD-A6B7-10B8B4FEAD3F}"/>
              </a:ext>
            </a:extLst>
          </p:cNvPr>
          <p:cNvSpPr>
            <a:spLocks noGrp="1"/>
          </p:cNvSpPr>
          <p:nvPr>
            <p:ph type="title"/>
          </p:nvPr>
        </p:nvSpPr>
        <p:spPr>
          <a:xfrm>
            <a:off x="838200" y="365126"/>
            <a:ext cx="10515600" cy="847726"/>
          </a:xfrm>
        </p:spPr>
        <p:txBody>
          <a:bodyPr/>
          <a:lstStyle/>
          <a:p>
            <a:r>
              <a:rPr lang="en-US" dirty="0"/>
              <a:t>Architecture Diagram</a:t>
            </a:r>
            <a:endParaRPr lang="en-IN" dirty="0"/>
          </a:p>
        </p:txBody>
      </p:sp>
      <p:pic>
        <p:nvPicPr>
          <p:cNvPr id="7" name="Content Placeholder 6">
            <a:extLst>
              <a:ext uri="{FF2B5EF4-FFF2-40B4-BE49-F238E27FC236}">
                <a16:creationId xmlns:a16="http://schemas.microsoft.com/office/drawing/2014/main" id="{AA1286E0-F82F-BAE5-AC78-FDC6A68449D7}"/>
              </a:ext>
            </a:extLst>
          </p:cNvPr>
          <p:cNvPicPr>
            <a:picLocks noGrp="1" noChangeAspect="1"/>
          </p:cNvPicPr>
          <p:nvPr>
            <p:ph idx="1"/>
          </p:nvPr>
        </p:nvPicPr>
        <p:blipFill>
          <a:blip r:embed="rId2"/>
          <a:stretch>
            <a:fillRect/>
          </a:stretch>
        </p:blipFill>
        <p:spPr>
          <a:xfrm>
            <a:off x="3925459" y="1846263"/>
            <a:ext cx="4401407" cy="4022725"/>
          </a:xfrm>
        </p:spPr>
      </p:pic>
      <p:sp>
        <p:nvSpPr>
          <p:cNvPr id="4" name="Footer Placeholder 3">
            <a:extLst>
              <a:ext uri="{FF2B5EF4-FFF2-40B4-BE49-F238E27FC236}">
                <a16:creationId xmlns:a16="http://schemas.microsoft.com/office/drawing/2014/main" id="{3916170E-1482-495E-83BE-DC5CEF9C8CA4}"/>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3237302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9863F-D0E4-4D42-AC78-1E950F63A6BF}"/>
              </a:ext>
            </a:extLst>
          </p:cNvPr>
          <p:cNvSpPr>
            <a:spLocks noGrp="1"/>
          </p:cNvSpPr>
          <p:nvPr>
            <p:ph type="title"/>
          </p:nvPr>
        </p:nvSpPr>
        <p:spPr/>
        <p:txBody>
          <a:bodyPr>
            <a:normAutofit/>
          </a:bodyPr>
          <a:lstStyle/>
          <a:p>
            <a:r>
              <a:rPr lang="en-US" altLang="en-US" sz="3200" b="1" dirty="0">
                <a:latin typeface="Times New Roman" panose="02020603050405020304" pitchFamily="18" charset="0"/>
                <a:cs typeface="Times New Roman" panose="02020603050405020304" pitchFamily="18" charset="0"/>
              </a:rPr>
              <a:t>Proposed Modules</a:t>
            </a:r>
            <a:endParaRPr lang="en-IN"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FCAEF0A-35AF-410E-B781-C033255A2E97}"/>
              </a:ext>
            </a:extLst>
          </p:cNvPr>
          <p:cNvSpPr>
            <a:spLocks noGrp="1"/>
          </p:cNvSpPr>
          <p:nvPr>
            <p:ph idx="1"/>
          </p:nvPr>
        </p:nvSpPr>
        <p:spPr/>
        <p:txBody>
          <a:bodyPr/>
          <a:lstStyle/>
          <a:p>
            <a:pPr eaLnBrk="1" hangingPunct="1"/>
            <a:r>
              <a:rPr lang="en-US" altLang="en-US" dirty="0"/>
              <a:t>MODULES</a:t>
            </a:r>
          </a:p>
          <a:p>
            <a:pPr eaLnBrk="1" hangingPunct="1"/>
            <a:r>
              <a:rPr lang="en-US" altLang="en-US" dirty="0"/>
              <a:t>Dataset collection</a:t>
            </a:r>
          </a:p>
          <a:p>
            <a:pPr eaLnBrk="1" hangingPunct="1"/>
            <a:r>
              <a:rPr lang="en-US" dirty="0"/>
              <a:t>Data Analysis</a:t>
            </a:r>
          </a:p>
          <a:p>
            <a:pPr eaLnBrk="1" hangingPunct="1"/>
            <a:r>
              <a:rPr lang="en-US" altLang="en-US" dirty="0"/>
              <a:t>Handling Imbalanced Dataset</a:t>
            </a:r>
          </a:p>
          <a:p>
            <a:pPr eaLnBrk="1" hangingPunct="1"/>
            <a:r>
              <a:rPr lang="en-US" dirty="0">
                <a:effectLst/>
                <a:latin typeface="Consolas" panose="020B0609020204030204" pitchFamily="49" charset="0"/>
              </a:rPr>
              <a:t>Images Augmenting</a:t>
            </a:r>
          </a:p>
          <a:p>
            <a:pPr eaLnBrk="1" hangingPunct="1"/>
            <a:r>
              <a:rPr lang="en-IN" sz="2800" dirty="0">
                <a:effectLst/>
                <a:latin typeface="Times New Roman" panose="02020603050405020304" pitchFamily="18" charset="0"/>
                <a:cs typeface="Times New Roman" panose="02020603050405020304" pitchFamily="18" charset="0"/>
              </a:rPr>
              <a:t>Training, Validation and Testing</a:t>
            </a:r>
          </a:p>
          <a:p>
            <a:pPr eaLnBrk="1" hangingPunct="1"/>
            <a:r>
              <a:rPr lang="en-US" dirty="0"/>
              <a:t>Training Model</a:t>
            </a:r>
            <a:br>
              <a:rPr lang="en-IN" sz="2800" dirty="0">
                <a:effectLst/>
                <a:latin typeface="Times New Roman" panose="02020603050405020304" pitchFamily="18" charset="0"/>
                <a:cs typeface="Times New Roman" panose="02020603050405020304" pitchFamily="18" charset="0"/>
              </a:rPr>
            </a:br>
            <a:br>
              <a:rPr lang="en-US" b="0" dirty="0">
                <a:solidFill>
                  <a:srgbClr val="D4D4D4"/>
                </a:solidFill>
                <a:effectLst/>
                <a:latin typeface="Consolas" panose="020B0609020204030204" pitchFamily="49" charset="0"/>
              </a:rPr>
            </a:br>
            <a:endParaRPr lang="en-US" b="1" dirty="0">
              <a:solidFill>
                <a:srgbClr val="D4D4D4"/>
              </a:solidFill>
              <a:effectLst/>
              <a:latin typeface="Consolas" panose="020B0609020204030204" pitchFamily="49" charset="0"/>
            </a:endParaRPr>
          </a:p>
          <a:p>
            <a:pPr marL="0" indent="0" eaLnBrk="1" hangingPunct="1">
              <a:buNone/>
            </a:pPr>
            <a:endParaRPr lang="en-IN" dirty="0"/>
          </a:p>
        </p:txBody>
      </p:sp>
      <p:sp>
        <p:nvSpPr>
          <p:cNvPr id="4" name="Footer Placeholder 3">
            <a:extLst>
              <a:ext uri="{FF2B5EF4-FFF2-40B4-BE49-F238E27FC236}">
                <a16:creationId xmlns:a16="http://schemas.microsoft.com/office/drawing/2014/main" id="{43530698-4B2D-4EE1-AA52-EFF4940636DF}"/>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143706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408D2-A4B7-421F-B421-CBEBA7DBBFE8}"/>
              </a:ext>
            </a:extLst>
          </p:cNvPr>
          <p:cNvSpPr>
            <a:spLocks noGrp="1"/>
          </p:cNvSpPr>
          <p:nvPr>
            <p:ph type="title"/>
          </p:nvPr>
        </p:nvSpPr>
        <p:spPr>
          <a:xfrm>
            <a:off x="399662" y="-2639332"/>
            <a:ext cx="10515600" cy="5875419"/>
          </a:xfrm>
        </p:spPr>
        <p:txBody>
          <a:bodyPr>
            <a:normAutofit/>
          </a:bodyPr>
          <a:lstStyle/>
          <a:p>
            <a:pPr algn="ctr"/>
            <a:r>
              <a:rPr lang="en-US" sz="6600" dirty="0">
                <a:latin typeface="Times New Roman" panose="02020603050405020304" pitchFamily="18" charset="0"/>
                <a:cs typeface="Times New Roman" panose="02020603050405020304" pitchFamily="18" charset="0"/>
              </a:rPr>
              <a:t>THANK YOU</a:t>
            </a:r>
            <a:endParaRPr lang="en-IN" sz="66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62431EC3-803A-4D87-95F0-1FBB5F6721A1}"/>
              </a:ext>
            </a:extLst>
          </p:cNvPr>
          <p:cNvSpPr>
            <a:spLocks noGrp="1"/>
          </p:cNvSpPr>
          <p:nvPr>
            <p:ph type="ftr" sz="quarter" idx="11"/>
          </p:nvPr>
        </p:nvSpPr>
        <p:spPr>
          <a:xfrm>
            <a:off x="-158028" y="3940519"/>
            <a:ext cx="4822804" cy="365125"/>
          </a:xfrm>
        </p:spPr>
        <p:txBody>
          <a:bodyPr/>
          <a:lstStyle/>
          <a:p>
            <a:r>
              <a:rPr lang="en-US" dirty="0"/>
              <a:t>                                    </a:t>
            </a:r>
            <a:endParaRPr lang="en-IN" dirty="0"/>
          </a:p>
        </p:txBody>
      </p:sp>
    </p:spTree>
    <p:extLst>
      <p:ext uri="{BB962C8B-B14F-4D97-AF65-F5344CB8AC3E}">
        <p14:creationId xmlns:p14="http://schemas.microsoft.com/office/powerpoint/2010/main" val="333205412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1169</TotalTime>
  <Words>333</Words>
  <Application>Microsoft Office PowerPoint</Application>
  <PresentationFormat>Widescreen</PresentationFormat>
  <Paragraphs>22</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Calibri</vt:lpstr>
      <vt:lpstr>Calibri Light</vt:lpstr>
      <vt:lpstr>Consolas</vt:lpstr>
      <vt:lpstr>Times New Roman</vt:lpstr>
      <vt:lpstr>Retrospect</vt:lpstr>
      <vt:lpstr>Detecting Ship from Satellite images Using                                                Deep Learning </vt:lpstr>
      <vt:lpstr>Existing System</vt:lpstr>
      <vt:lpstr>PROPOSED SYSTEM</vt:lpstr>
      <vt:lpstr>Architecture Diagram</vt:lpstr>
      <vt:lpstr>Proposed Modules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THANGAKUMAR J</dc:creator>
  <cp:lastModifiedBy>srilatha karri</cp:lastModifiedBy>
  <cp:revision>196</cp:revision>
  <dcterms:created xsi:type="dcterms:W3CDTF">2020-06-15T01:13:00Z</dcterms:created>
  <dcterms:modified xsi:type="dcterms:W3CDTF">2025-04-24T14:24:20Z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